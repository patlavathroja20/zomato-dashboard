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BD2402-1250-4CA3-92AB-11AA3F5AF217}" v="1" dt="2026-01-02T07:00:26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rra naresh" userId="842ff2975868644f" providerId="LiveId" clId="{DB89A924-A322-4149-BC8C-C56E36464BDC}"/>
    <pc:docChg chg="modSld">
      <pc:chgData name="korra naresh" userId="842ff2975868644f" providerId="LiveId" clId="{DB89A924-A322-4149-BC8C-C56E36464BDC}" dt="2026-01-02T07:15:54.086" v="17" actId="1076"/>
      <pc:docMkLst>
        <pc:docMk/>
      </pc:docMkLst>
      <pc:sldChg chg="modSp mod">
        <pc:chgData name="korra naresh" userId="842ff2975868644f" providerId="LiveId" clId="{DB89A924-A322-4149-BC8C-C56E36464BDC}" dt="2026-01-02T07:00:59.388" v="16" actId="14100"/>
        <pc:sldMkLst>
          <pc:docMk/>
          <pc:sldMk cId="0" sldId="258"/>
        </pc:sldMkLst>
        <pc:spChg chg="mod">
          <ac:chgData name="korra naresh" userId="842ff2975868644f" providerId="LiveId" clId="{DB89A924-A322-4149-BC8C-C56E36464BDC}" dt="2026-01-02T07:00:18.742" v="10" actId="20577"/>
          <ac:spMkLst>
            <pc:docMk/>
            <pc:sldMk cId="0" sldId="258"/>
            <ac:spMk id="3" creationId="{00000000-0000-0000-0000-000000000000}"/>
          </ac:spMkLst>
        </pc:spChg>
        <pc:graphicFrameChg chg="mod">
          <ac:chgData name="korra naresh" userId="842ff2975868644f" providerId="LiveId" clId="{DB89A924-A322-4149-BC8C-C56E36464BDC}" dt="2026-01-02T07:00:59.388" v="16" actId="14100"/>
          <ac:graphicFrameMkLst>
            <pc:docMk/>
            <pc:sldMk cId="0" sldId="258"/>
            <ac:graphicFrameMk id="4" creationId="{00000000-0000-0000-0000-000000000000}"/>
          </ac:graphicFrameMkLst>
        </pc:graphicFrameChg>
      </pc:sldChg>
      <pc:sldChg chg="modSp mod">
        <pc:chgData name="korra naresh" userId="842ff2975868644f" providerId="LiveId" clId="{DB89A924-A322-4149-BC8C-C56E36464BDC}" dt="2026-01-02T07:15:54.086" v="17" actId="1076"/>
        <pc:sldMkLst>
          <pc:docMk/>
          <pc:sldMk cId="1869923074" sldId="265"/>
        </pc:sldMkLst>
        <pc:picChg chg="mod">
          <ac:chgData name="korra naresh" userId="842ff2975868644f" providerId="LiveId" clId="{DB89A924-A322-4149-BC8C-C56E36464BDC}" dt="2026-01-02T07:15:54.086" v="17" actId="1076"/>
          <ac:picMkLst>
            <pc:docMk/>
            <pc:sldMk cId="1869923074" sldId="265"/>
            <ac:picMk id="7" creationId="{3AED90EF-1A25-6352-0097-28E5D170639E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Chennai</c:v>
                </c:pt>
                <c:pt idx="1">
                  <c:v>Delhi</c:v>
                </c:pt>
                <c:pt idx="2">
                  <c:v>Hyderabad</c:v>
                </c:pt>
                <c:pt idx="3">
                  <c:v>Bangalore</c:v>
                </c:pt>
                <c:pt idx="4">
                  <c:v>Mumbai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22</c:v>
                </c:pt>
                <c:pt idx="2">
                  <c:v>22</c:v>
                </c:pt>
                <c:pt idx="3">
                  <c:v>17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41-470C-A8EA-51780E4022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Chinese</c:v>
                </c:pt>
                <c:pt idx="1">
                  <c:v>Indian</c:v>
                </c:pt>
                <c:pt idx="2">
                  <c:v>American</c:v>
                </c:pt>
                <c:pt idx="3">
                  <c:v>Italian</c:v>
                </c:pt>
                <c:pt idx="4">
                  <c:v>Mexican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21</c:v>
                </c:pt>
                <c:pt idx="2">
                  <c:v>20</c:v>
                </c:pt>
                <c:pt idx="3">
                  <c:v>17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98-42E6-B785-AA98A061DF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2179233002272564"/>
          <c:y val="7.9136690647482008E-2"/>
          <c:w val="0.5123824713250521"/>
          <c:h val="0.9208633093525180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Item Price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Taco</c:v>
                </c:pt>
                <c:pt idx="1">
                  <c:v>Sushi</c:v>
                </c:pt>
                <c:pt idx="2">
                  <c:v>Burger</c:v>
                </c:pt>
                <c:pt idx="3">
                  <c:v>Pasta</c:v>
                </c:pt>
                <c:pt idx="4">
                  <c:v>Curry</c:v>
                </c:pt>
                <c:pt idx="5">
                  <c:v>Sandwich</c:v>
                </c:pt>
                <c:pt idx="6">
                  <c:v>Pizza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801</c:v>
                </c:pt>
                <c:pt idx="1">
                  <c:v>842</c:v>
                </c:pt>
                <c:pt idx="2">
                  <c:v>848</c:v>
                </c:pt>
                <c:pt idx="3">
                  <c:v>858</c:v>
                </c:pt>
                <c:pt idx="4">
                  <c:v>853</c:v>
                </c:pt>
                <c:pt idx="5">
                  <c:v>852</c:v>
                </c:pt>
                <c:pt idx="6">
                  <c:v>888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B7-40F8-8253-12E7371694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>
        <c:manualLayout>
          <c:layoutTarget val="inner"/>
          <c:xMode val="edge"/>
          <c:yMode val="edge"/>
          <c:x val="0.10060640857392826"/>
          <c:y val="6.3958394089627682E-2"/>
          <c:w val="0.87161581364829399"/>
          <c:h val="0.61604617233506265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Quantity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Taco</c:v>
                </c:pt>
                <c:pt idx="1">
                  <c:v>Sushi</c:v>
                </c:pt>
                <c:pt idx="2">
                  <c:v>Burger</c:v>
                </c:pt>
                <c:pt idx="3">
                  <c:v>Curry</c:v>
                </c:pt>
                <c:pt idx="4">
                  <c:v>Sandwich</c:v>
                </c:pt>
                <c:pt idx="5">
                  <c:v>Pasta</c:v>
                </c:pt>
                <c:pt idx="6">
                  <c:v>Pizza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1800</c:v>
                </c:pt>
                <c:pt idx="1">
                  <c:v>1700</c:v>
                </c:pt>
                <c:pt idx="2">
                  <c:v>1700</c:v>
                </c:pt>
                <c:pt idx="3">
                  <c:v>1700</c:v>
                </c:pt>
                <c:pt idx="4">
                  <c:v>1700</c:v>
                </c:pt>
                <c:pt idx="5">
                  <c:v>1700</c:v>
                </c:pt>
                <c:pt idx="6">
                  <c:v>1600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E7-436B-8D20-6FD6072711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 ID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Taco</c:v>
                </c:pt>
                <c:pt idx="1">
                  <c:v>Sushi</c:v>
                </c:pt>
                <c:pt idx="2">
                  <c:v>Burger</c:v>
                </c:pt>
                <c:pt idx="3">
                  <c:v>Curry</c:v>
                </c:pt>
                <c:pt idx="4">
                  <c:v>Sandwich</c:v>
                </c:pt>
                <c:pt idx="5">
                  <c:v>Pasta</c:v>
                </c:pt>
                <c:pt idx="6">
                  <c:v>Pizza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865</c:v>
                </c:pt>
                <c:pt idx="1">
                  <c:v>859</c:v>
                </c:pt>
                <c:pt idx="2">
                  <c:v>855</c:v>
                </c:pt>
                <c:pt idx="3">
                  <c:v>851</c:v>
                </c:pt>
                <c:pt idx="4">
                  <c:v>858</c:v>
                </c:pt>
                <c:pt idx="5">
                  <c:v>858</c:v>
                </c:pt>
                <c:pt idx="6">
                  <c:v>806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E7-436B-8D20-6FD6072711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75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4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3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030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24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13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55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469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4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1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89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31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02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761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5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47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43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Zomato Restaurants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restaurant data across cities and cuisines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59D37-7063-1E72-043D-5C6898841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324466"/>
            <a:ext cx="7772400" cy="1111045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9AB0A-19E5-17C8-37F7-25F4B9674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7973" y="3991898"/>
            <a:ext cx="5172639" cy="1646902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9650B0A4-2D54-09F0-A439-97E2F717A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06246"/>
            <a:ext cx="7772400" cy="521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89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ED90EF-1A25-6352-0097-28E5D17063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54" t="12963" r="15807" b="12485"/>
          <a:stretch>
            <a:fillRect/>
          </a:stretch>
        </p:blipFill>
        <p:spPr>
          <a:xfrm>
            <a:off x="806245" y="176982"/>
            <a:ext cx="9792929" cy="633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23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Restaurants: 100</a:t>
            </a:r>
          </a:p>
          <a:p>
            <a:r>
              <a:t>Cuisines Covered: 5 (American, Chinese, Indian, Italian, Mexican)</a:t>
            </a:r>
          </a:p>
          <a:p>
            <a:r>
              <a:t>Cities Analyzed: Bangalore, Chennai, Delhi, Hyderabad, Mumbai</a:t>
            </a:r>
          </a:p>
          <a:p>
            <a:r>
              <a:t>Filters: Year, Order ID, City, Cuisine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City-Wise Restaurant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Restaurants</a:t>
            </a:r>
            <a:endParaRPr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570468"/>
              </p:ext>
            </p:extLst>
          </p:nvPr>
        </p:nvGraphicFramePr>
        <p:xfrm>
          <a:off x="1248696" y="2969342"/>
          <a:ext cx="9478297" cy="30504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Cuisine-Wise Restaurant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4072603"/>
          </a:xfrm>
        </p:spPr>
        <p:txBody>
          <a:bodyPr/>
          <a:lstStyle/>
          <a:p>
            <a:r>
              <a:rPr lang="en-IN" dirty="0"/>
              <a:t>Restaurants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701944"/>
              </p:ext>
            </p:extLst>
          </p:nvPr>
        </p:nvGraphicFramePr>
        <p:xfrm>
          <a:off x="1337188" y="3038168"/>
          <a:ext cx="7315200" cy="3559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Item Price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Item Price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683161"/>
              </p:ext>
            </p:extLst>
          </p:nvPr>
        </p:nvGraphicFramePr>
        <p:xfrm>
          <a:off x="963561" y="2508864"/>
          <a:ext cx="9193162" cy="3891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Item Quantity and Order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Orders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599077"/>
              </p:ext>
            </p:extLst>
          </p:nvPr>
        </p:nvGraphicFramePr>
        <p:xfrm>
          <a:off x="2388382" y="2998838"/>
          <a:ext cx="6450818" cy="30504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of India showing Bangalore, Chennai, Delhi, Hyderabad, Mumbai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Chinese cuisine leads in restaurant count</a:t>
            </a:r>
          </a:p>
          <a:p>
            <a:r>
              <a:rPr dirty="0"/>
              <a:t>Pizza has the highest item price</a:t>
            </a:r>
          </a:p>
          <a:p>
            <a:r>
              <a:rPr dirty="0"/>
              <a:t>Taco tops in both quantity and order count</a:t>
            </a:r>
          </a:p>
          <a:p>
            <a:r>
              <a:rPr dirty="0"/>
              <a:t>Chennai, Delhi, and Hyderabad have equal restaurant representation</a:t>
            </a:r>
          </a:p>
          <a:p>
            <a:r>
              <a:rPr dirty="0"/>
              <a:t>Balanced distribution across cuisines and cities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46</TotalTime>
  <Words>128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Zomato Restaurants Analysis</vt:lpstr>
      <vt:lpstr> </vt:lpstr>
      <vt:lpstr>PowerPoint Presentation</vt:lpstr>
      <vt:lpstr>Dashboard Summary</vt:lpstr>
      <vt:lpstr>City-Wise Restaurant Count</vt:lpstr>
      <vt:lpstr>Cuisine-Wise Restaurant Count</vt:lpstr>
      <vt:lpstr>Item Price Distribution</vt:lpstr>
      <vt:lpstr>Item Quantity and Order Analysis</vt:lpstr>
      <vt:lpstr>Geographic Distribution</vt:lpstr>
      <vt:lpstr>Insights &amp; Observations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korra naresh</cp:lastModifiedBy>
  <cp:revision>2</cp:revision>
  <dcterms:created xsi:type="dcterms:W3CDTF">2013-01-27T09:14:16Z</dcterms:created>
  <dcterms:modified xsi:type="dcterms:W3CDTF">2026-01-02T07:15:54Z</dcterms:modified>
  <cp:category/>
</cp:coreProperties>
</file>